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8864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64293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824037"/>
            <a:ext cx="4572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9450" y="1843087"/>
            <a:ext cx="45339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925050" y="628650"/>
            <a:ext cx="2071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Production Documentation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609600"/>
            <a:ext cx="25598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2F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COMICCRAFT AI STUDIO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2127944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MULTIMEDIA AI WORKFLOW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432744"/>
            <a:ext cx="6340792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Arun &amp; The Time Travel Phone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3796605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End-to-end production documentation for an 8-panel AI comic story generated with Gemini, Grok Imagine, Voice TTS, and FFmpeg.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5553075"/>
            <a:ext cx="10972800" cy="771525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2615654"/>
            <a:ext cx="2571750" cy="1845766"/>
          </a:xfrm>
          <a:prstGeom prst="roundRect">
            <a:avLst>
              <a:gd fmla="val 61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409950" y="2615654"/>
            <a:ext cx="2571750" cy="1845766"/>
          </a:xfrm>
          <a:prstGeom prst="roundRect">
            <a:avLst>
              <a:gd fmla="val 61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10300" y="2615654"/>
            <a:ext cx="2571750" cy="1845766"/>
          </a:xfrm>
          <a:prstGeom prst="roundRect">
            <a:avLst>
              <a:gd fmla="val 61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010650" y="2615654"/>
            <a:ext cx="2571750" cy="1845766"/>
          </a:xfrm>
          <a:prstGeom prst="roundRect">
            <a:avLst>
              <a:gd fmla="val 61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245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28537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8075" y="28537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8537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8775" y="28537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2958554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9037" y="2958554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9387" y="2958554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295855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09600" y="533400"/>
            <a:ext cx="110680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PROJECT ARCHITECTURE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Deliverables &amp; Agenda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76300" y="5743575"/>
            <a:ext cx="47720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Full Technical Stack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3387179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8-Panel Comic Story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47725" y="3663404"/>
            <a:ext cx="2190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shonen anime narrative with complete visual prompts.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648075" y="3387179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Gemini Prompt System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648075" y="3663404"/>
            <a:ext cx="2190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Custom prompt engineering for consistent character &amp; panel styling.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48425" y="3387179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Voice Narration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48425" y="3663404"/>
            <a:ext cx="2190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Multilingual TTS narration synchronized across all story panels.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248775" y="3387179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Video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248775" y="3663404"/>
            <a:ext cx="2190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FFmpeg and ImageMagick automated 1080p video rendering.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76300" y="5953125"/>
            <a:ext cx="58459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• Bash • FFmpeg • ImageMagick • Gemini Pro • Grok Imagine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609600" y="5581650"/>
            <a:ext cx="10972800" cy="742950"/>
          </a:xfrm>
          <a:prstGeom prst="roundRect">
            <a:avLst>
              <a:gd fmla="val 1538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2919412"/>
            <a:ext cx="2447925" cy="1190625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457575" y="2838450"/>
            <a:ext cx="2447925" cy="1352550"/>
          </a:xfrm>
          <a:prstGeom prst="roundRect">
            <a:avLst>
              <a:gd fmla="val 8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305550" y="2919412"/>
            <a:ext cx="2447925" cy="1190625"/>
          </a:xfrm>
          <a:prstGeom prst="roundRect">
            <a:avLst>
              <a:gd fmla="val 96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9153525" y="2928937"/>
            <a:ext cx="2428875" cy="1171575"/>
          </a:xfrm>
          <a:prstGeom prst="roundRect">
            <a:avLst>
              <a:gd fmla="val 975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925" y="34385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7900" y="34385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75" y="34385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578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609600" y="533400"/>
            <a:ext cx="11068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WORKFLOW PIPELINE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62050" y="5772150"/>
            <a:ext cx="1028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Fully Automated Pipeline: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Transforms raw text concepts into professional multi-page slides, audio narration, and video broadcasts in under 3 minutes.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09625" y="3119437"/>
            <a:ext cx="255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09625" y="3319462"/>
            <a:ext cx="2687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Story Outline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09625" y="3586162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8-panel time-travel synopsis &amp; concept description.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657600" y="3038475"/>
            <a:ext cx="255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657600" y="3238500"/>
            <a:ext cx="2687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Gemini LLM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657600" y="3505200"/>
            <a:ext cx="2143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JSON script breakdown &amp; visual prompt generation.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505575" y="3119437"/>
            <a:ext cx="255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05575" y="3319462"/>
            <a:ext cx="2687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&amp; Voice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05575" y="3586162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Anime art panels &amp; TTS Leo narrator audio generation.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344025" y="3119437"/>
            <a:ext cx="255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344025" y="3319462"/>
            <a:ext cx="26878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FFmpeg Video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344025" y="3586162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Title card overlays &amp; audio multiplexed 1080p MP4 export.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6096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484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676775" y="2219325"/>
            <a:ext cx="1066800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706100" y="2219325"/>
            <a:ext cx="676275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609600" y="457200"/>
            <a:ext cx="11068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STORY CHAPTER I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Discovery &amp; The Call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096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Arun finds a strange old phone in his room that he has never seen before, glowing with mysterious ambient energy.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4484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phone suddenly rings in the dark. The glowing cyan screen displays an impossible caller ID: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"Future Calling"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09625" y="2233612"/>
            <a:ext cx="895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01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772025" y="2238375"/>
            <a:ext cx="97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Discovery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484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02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0801350" y="2238375"/>
            <a:ext cx="581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Call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/>
          <p:nvPr/>
        </p:nvSpPr>
        <p:spPr>
          <a:xfrm>
            <a:off x="6096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2484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524375" y="2219325"/>
            <a:ext cx="1219200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0163175" y="2219325"/>
            <a:ext cx="1219200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609600" y="457200"/>
            <a:ext cx="11068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STORY CHAPTER II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Future Voice &amp; The First Change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096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Arun answers nervously. His future self speaks from the speaker, warning him about critical upcoming events.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4484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Using instructions from the phone, Arun alters a small present decision and watches his immediate reality glitch and shift.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096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03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619625" y="2238375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Future Voice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4484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04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258425" y="2238375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First Change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6096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2484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791075" y="2219325"/>
            <a:ext cx="952500" cy="19050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10287000" y="2219325"/>
            <a:ext cx="1095375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609600" y="457200"/>
            <a:ext cx="11068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STORY CHAPTER III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 &amp; The Realization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096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dangerous ripple effect triggers temporal paradoxes. Small timeline changes erupt into unpredicted chaos.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4484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Arun understands that manipulating time carries grave risks and must be executed with extreme foresight.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096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05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886325" y="223837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4484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06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0382250" y="2238375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Realization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6096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248400" y="2019300"/>
            <a:ext cx="5334000" cy="43815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4867275" y="2219325"/>
            <a:ext cx="876300" cy="1905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10039350" y="2219325"/>
            <a:ext cx="1343025" cy="1905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2524125"/>
            <a:ext cx="49339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609600" y="457200"/>
            <a:ext cx="11068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STORY RESOLUTION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Fixing Time &amp; The Mystery Continues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096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He uses the device strategically to mend broken timelines and restore cosmic balance to the present.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448425" y="5800725"/>
            <a:ext cx="502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phone vanishes into digital particles, leaving Arun wondering if the future will call once again.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09625" y="2233612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07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962525" y="2238375"/>
            <a:ext cx="781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Fixing Time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448425" y="223361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PANEL 08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0134600" y="2238375"/>
            <a:ext cx="12477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Mystery Continues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609600" y="2276475"/>
            <a:ext cx="6591300" cy="3219450"/>
          </a:xfrm>
          <a:prstGeom prst="roundRect">
            <a:avLst>
              <a:gd fmla="val 3550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505700" y="2276475"/>
            <a:ext cx="4076700" cy="971550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505700" y="3400425"/>
            <a:ext cx="4076700" cy="971550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505700" y="4524375"/>
            <a:ext cx="4076700" cy="971550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09600" y="533400"/>
            <a:ext cx="11068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PROMPT ENGINEERING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Gemini System Prompt Design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38200" y="2505075"/>
            <a:ext cx="6229350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// Gemini System Prompt Template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You are ComicCraft, an expert AI comic creator.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1. Expand story outline into exactly 8 detailed panels.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2. Output JSON format containing: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 </a:t>
            </a:r>
            <a:r>
              <a:rPr b="0" i="0" lang="en-US" sz="105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panel_title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 </a:t>
            </a:r>
            <a:r>
              <a:rPr b="0" i="0" lang="en-US" sz="105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visual_description</a:t>
            </a: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(lighting, pose, angle)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 </a:t>
            </a:r>
            <a:r>
              <a:rPr b="0" i="0" lang="en-US" sz="105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dialogue_caption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3. Maintain character consistency for Arun across all 8 panels.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4. Art style: Shonen anime, glowing cyan accents, dramatic lighting.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705725" y="2476500"/>
            <a:ext cx="448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Strict Structural Constraint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705725" y="2724150"/>
            <a:ext cx="3771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Enforces 8 distinct, well-balanced story panels per generated episode.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7705725" y="3600450"/>
            <a:ext cx="448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Art Style Locking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705725" y="3848100"/>
            <a:ext cx="3771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Applies signature anime linework, cyan time-travel glyphs, and high contrast.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7705725" y="4724400"/>
            <a:ext cx="448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JSON Interoperability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705725" y="4972050"/>
            <a:ext cx="3771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Output feeds directly into image prompt generators and video automated engines.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609600" y="4210050"/>
            <a:ext cx="10972800" cy="211455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09600" y="2214562"/>
            <a:ext cx="3505200" cy="1266825"/>
          </a:xfrm>
          <a:prstGeom prst="roundRect">
            <a:avLst>
              <a:gd fmla="val 90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343400" y="2138362"/>
            <a:ext cx="3505200" cy="1419225"/>
          </a:xfrm>
          <a:prstGeom prst="roundRect">
            <a:avLst>
              <a:gd fmla="val 80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8077200" y="2214562"/>
            <a:ext cx="3505200" cy="1266825"/>
          </a:xfrm>
          <a:prstGeom prst="roundRect">
            <a:avLst>
              <a:gd fmla="val 90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847725" y="4762500"/>
            <a:ext cx="10496550" cy="390525"/>
          </a:xfrm>
          <a:prstGeom prst="roundRect">
            <a:avLst>
              <a:gd fmla="val 195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847725" y="5229225"/>
            <a:ext cx="10496550" cy="390525"/>
          </a:xfrm>
          <a:prstGeom prst="roundRect">
            <a:avLst>
              <a:gd fmla="val 195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847725" y="5695950"/>
            <a:ext cx="10496550" cy="390525"/>
          </a:xfrm>
          <a:prstGeom prst="roundRect">
            <a:avLst>
              <a:gd fmla="val 195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09600" y="533400"/>
            <a:ext cx="110680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AUDIO SYNTHESIS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Voice Narration Pipeline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47725" y="4448175"/>
            <a:ext cx="11344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Timeline Allocation Rules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47725" y="2452687"/>
            <a:ext cx="378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101s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47725" y="287178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Audio Duration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47725" y="3090862"/>
            <a:ext cx="3786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Synchronized perfectly with 10 video slides.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4581525" y="2376487"/>
            <a:ext cx="378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Leo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581525" y="279558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Voice Model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581525" y="3014662"/>
            <a:ext cx="312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Energetic male narrative voice tailored for adventure.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315325" y="2452687"/>
            <a:ext cx="37861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128k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315325" y="2871787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AAC Bitrate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8315325" y="3090862"/>
            <a:ext cx="3786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Crystal clear high-fidelity audio stream output.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038225" y="4876800"/>
            <a:ext cx="1276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Title Intro Card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0467975" y="4876800"/>
            <a:ext cx="971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 Seconds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38225" y="5343525"/>
            <a:ext cx="24169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Panels 1 through 8 (12s each)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0029825" y="5343525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96 Seconds Total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038225" y="5810250"/>
            <a:ext cx="1304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Outro End Card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0467975" y="5810250"/>
            <a:ext cx="971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 Seconds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>
            <a:off x="609600" y="2413694"/>
            <a:ext cx="10972800" cy="2259062"/>
          </a:xfrm>
          <a:prstGeom prst="roundRect">
            <a:avLst>
              <a:gd fmla="val 5059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09600" y="5638651"/>
            <a:ext cx="3530649" cy="6858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330749" y="5638651"/>
            <a:ext cx="3530649" cy="6858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8051899" y="5638651"/>
            <a:ext cx="3530649" cy="6858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609600" y="533400"/>
            <a:ext cx="11068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VIDEO RENDERING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38200" y="2642294"/>
            <a:ext cx="10610850" cy="1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# 1. ImageMagick Panel Card Generation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convert -size 1920x1080 xc:'#0a1628' \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-font DejaVuSans-Bold -pointsize 80 -fill '#00FFFF' -annotate +0+100 "Panel 1: Discovery" \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-pointsize 36 -fill white -annotate +0+250 "Arun finds a mysterious phone..." panel1.png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# 2. FFmpeg Video Stitching &amp; Audio Mapping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ffmpeg -y -loop 1 -t 5 -i title.png -loop 1 -t 12 -i panel1.png ... -i narration.mp3 \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-filter_complex "[0:v][1:v]...concat=n=10:v=1:a=0,format=yuv420p[v]" \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  -c:v libx264 -preset ultrafast -c:a aac -shortest output.mp4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ImageMagick &amp; FFmpeg Processing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00100" y="5791051"/>
            <a:ext cx="32448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Codec: libx264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521249" y="5791051"/>
            <a:ext cx="32448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Pixel Format: yuv420p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8242399" y="5791051"/>
            <a:ext cx="32448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 Optimization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09625" y="6010126"/>
            <a:ext cx="39132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 compatibility video streaming format.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4530774" y="6010126"/>
            <a:ext cx="39132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Standard across web, mobile, and desktop players.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8251924" y="6010126"/>
            <a:ext cx="39132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Faststart flag enabled for instant browser playback.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/>
          <p:nvPr/>
        </p:nvSpPr>
        <p:spPr>
          <a:xfrm>
            <a:off x="609600" y="5753100"/>
            <a:ext cx="10972800" cy="571500"/>
          </a:xfrm>
          <a:prstGeom prst="roundRect">
            <a:avLst>
              <a:gd fmla="val 2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09600" y="2770882"/>
            <a:ext cx="2571750" cy="1697235"/>
          </a:xfrm>
          <a:prstGeom prst="roundRect">
            <a:avLst>
              <a:gd fmla="val 67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3409950" y="2770882"/>
            <a:ext cx="2571750" cy="1697235"/>
          </a:xfrm>
          <a:prstGeom prst="roundRect">
            <a:avLst>
              <a:gd fmla="val 67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6210300" y="2770882"/>
            <a:ext cx="2571750" cy="1697235"/>
          </a:xfrm>
          <a:prstGeom prst="roundRect">
            <a:avLst>
              <a:gd fmla="val 67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9010650" y="2770882"/>
            <a:ext cx="2571750" cy="1697235"/>
          </a:xfrm>
          <a:prstGeom prst="roundRect">
            <a:avLst>
              <a:gd fmla="val 67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4025" y="30471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5" y="30471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0912" y="304710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7937" y="304710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609600" y="533400"/>
            <a:ext cx="110680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-266700" y="5943600"/>
            <a:ext cx="1272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Fully reproducible open-source workflow execution scripts included in project repository.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 Production Stack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570309" y="3542407"/>
            <a:ext cx="26503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Core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33412" y="3818632"/>
            <a:ext cx="2524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Gemini 1.5 Pro &amp; Grok Conversational Models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3370659" y="3542407"/>
            <a:ext cx="26503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Gen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3433762" y="3818632"/>
            <a:ext cx="2524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Grok Imagine &amp; Custom Anime Prompt Drivers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171009" y="3542407"/>
            <a:ext cx="26503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Video Engine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234112" y="3818632"/>
            <a:ext cx="2524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FFmpeg CLI, ImageMagick &amp; Python Pillow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971359" y="3542407"/>
            <a:ext cx="26503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Slide Deck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034462" y="3818632"/>
            <a:ext cx="25241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PptxGenJS Node.js &amp; Custom HTML Deck Engines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/>
          <p:nvPr/>
        </p:nvSpPr>
        <p:spPr>
          <a:xfrm>
            <a:off x="3690937" y="4519612"/>
            <a:ext cx="2162175" cy="428625"/>
          </a:xfrm>
          <a:prstGeom prst="roundRect">
            <a:avLst>
              <a:gd fmla="val 17777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6005512" y="4519612"/>
            <a:ext cx="2495550" cy="428625"/>
          </a:xfrm>
          <a:prstGeom prst="roundRect">
            <a:avLst>
              <a:gd fmla="val 1777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9097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987" y="206216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3026866" y="2671762"/>
            <a:ext cx="613826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Complete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2524125" y="3405187"/>
            <a:ext cx="7143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complete Time Travel Phone multimedia package — including audio narration, MP4 video, and PowerPoint presentation — is generated and ready for distribution.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3687365" y="4633912"/>
            <a:ext cx="21693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90D16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5960268" y="4633912"/>
            <a:ext cx="25860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ComicCraft AI Story Creator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571500" y="31623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71500" y="4152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71500" y="4143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71500" y="4143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571500" y="4914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71500" y="4914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9" name="Google Shape;3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147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57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67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666875" y="1033462"/>
            <a:ext cx="10263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https://images.stockcake.com/public/8/b/b/8bb05ada-8bb6-4f89-aea0-989a52bdfc17_medium/motivational-pop-typography-stockcake.jpg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stockcake.com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1666875" y="1804987"/>
            <a:ext cx="9513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https://media.easy-peasy.ai/172597de-9259-42e6-ba2d-069ad50a7ecf/c8c32d6b-4fde-4fe5-9e71-67ea405f5a26_medium.webp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1666875" y="2005012"/>
            <a:ext cx="1976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easy-peasy.ai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1666875" y="2576512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https://images.stockcake.com/public/e/b/a/eba1139e-f7f9-42f8-a4b9-b386b8bfa45e_medium/digital-neon-dreams-stockcake.jpg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1666875" y="2776537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stockcake.com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1666875" y="3305175"/>
            <a:ext cx="10048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thecodex.wiki/images/thumb/c/c4/DBXV2_Pre-Order_Bonus_DLC_Future_Warrior_%28promotional_Male_Saiyan%29_Vehicle_Capsule_No._881_%28Tao_Pai_Pai%27s_Pillar%29.png/848px-DBXV2_Pre-Order_Bonus_DLC_Future_Warrior_%28promotional_Male_Saiyan%29_Vehicle_Capsule_No._881_%28Tao_Pai_Pai%27s_Pillar%29.png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1666875" y="3810000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thecodex.wiki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1666875" y="4338637"/>
            <a:ext cx="4893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https://static.tvtropes.org/pmwiki/pub/images/rsz_matrixglitch.png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1666875" y="4538662"/>
            <a:ext cx="1857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tvtropes.org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1666875" y="5110162"/>
            <a:ext cx="5453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https://g1-team.com/wp-content/uploads/2026/04/picture1-3.png?w=507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1666875" y="5310187"/>
            <a:ext cx="1928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g1-team.com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5" name="Google Shape;3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1666875" y="1033462"/>
            <a:ext cx="10525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https://purespadirect.com/cdn/shop/articles/how-to-use-cryo-facial-roller_20250811012000_20250811-ai.jpg?crop=center&amp;height=195&amp;v=1780892998&amp;width=375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1666875" y="1233487"/>
            <a:ext cx="2440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purespadirect.com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1666875" y="1804987"/>
            <a:ext cx="9775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https://images.stockcake.com/public/5/7/a/57a41e4a-4322-4c65-a1dc-de5c9402f831_medium/digital-dreams-awaken-stockcake.jpg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1666875" y="2005012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stockcake.com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